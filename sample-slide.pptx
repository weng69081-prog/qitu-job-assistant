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FD6E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DE68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768096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FF8FA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31520"/>
            <a:ext cx="73152" cy="1097280"/>
          </a:xfrm>
          <a:prstGeom prst="rect">
            <a:avLst/>
          </a:prstGeom>
          <a:solidFill>
            <a:srgbClr val="FF8F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7772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我们的 AI 面试助手之旅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C084FC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多模态模拟面试评测智能体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从零到一，构建一个完整的 AI 面试辅助系统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8F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Vue 3 + FastAPI + SQLite + AI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7680960" cy="457200"/>
          </a:xfrm>
          <a:prstGeom prst="roundRect">
            <a:avLst>
              <a:gd name="adj" fmla="val 20000"/>
            </a:avLst>
          </a:prstGeom>
          <a:solidFill>
            <a:srgbClr val="FFE4E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937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曾怡嫚 · AI+X 实验班 P28 · 科大讯飞合作项目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小咪</dc:creator>
  <cp:lastModifiedBy>小咪</cp:lastModifiedBy>
  <cp:revision>1</cp:revision>
  <dcterms:created xsi:type="dcterms:W3CDTF">2026-05-27T00:26:09Z</dcterms:created>
  <dcterms:modified xsi:type="dcterms:W3CDTF">2026-05-27T00:26:09Z</dcterms:modified>
</cp:coreProperties>
</file>